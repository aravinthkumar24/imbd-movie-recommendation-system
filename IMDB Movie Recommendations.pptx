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531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398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IMDB Movie Recommendation System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360236" y="2927985"/>
            <a:ext cx="24234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Storylines &amp; NLP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35703" y="3552825"/>
            <a:ext cx="247259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Content-Based Recommendation Engine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content-based recommendation system that suggests movies based on storyline similarity.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1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movie data from IMDb (2024 movies) using Selenium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Preprocesses storylines using NLP techniques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TF-IDF Vectorization for text representation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Cosine Similarity to calculate similarity scores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often want movie recommendations based on story preference rather than ratings.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31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filtering relies on ratings or genres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personalization based on storyline content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intelligent content similarity matching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movie data scraping using Selenium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text preprocessing with NLP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similarity-based recommendation engine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an interactive Streamlit web interface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complete ML pipeline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841612"/>
            <a:ext cx="7924800" cy="204604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600" y="2975212"/>
            <a:ext cx="7924800" cy="204604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600" y="516205"/>
            <a:ext cx="8083296" cy="394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114848"/>
            <a:ext cx="7461504" cy="394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Libraries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596995"/>
            <a:ext cx="7086600" cy="974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(Web Scraping)</a:t>
            </a:r>
            <a:endParaRPr lang="en-US" sz="14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(Data Handling)</a:t>
            </a:r>
            <a:endParaRPr lang="en-US" sz="14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NLTK / SpaCy (NLP)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179260"/>
            <a:ext cx="7461504" cy="41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&amp; Deployment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3534901"/>
            <a:ext cx="7086600" cy="934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(TF-IDF)</a:t>
            </a:r>
            <a:endParaRPr lang="en-US" sz="14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(Web App)</a:t>
            </a:r>
            <a:endParaRPr lang="en-US" sz="14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(Visualization)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84746"/>
            <a:ext cx="7924800" cy="363030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2012"/>
            <a:ext cx="8083296" cy="41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996287"/>
            <a:ext cx="7461504" cy="29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" y="1291590"/>
            <a:ext cx="7461504" cy="380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1586894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Cleaning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906934"/>
            <a:ext cx="7461504" cy="380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202239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Vectorization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522279"/>
            <a:ext cx="7461504" cy="33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2856307"/>
            <a:ext cx="7461504" cy="32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3176348"/>
            <a:ext cx="7461504" cy="33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496389"/>
            <a:ext cx="7461504" cy="33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Recommendations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17391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141260"/>
            <a:ext cx="7924800" cy="13926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 Pipeline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Scraping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2026920"/>
            <a:ext cx="7086600" cy="866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Movie Name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Storyline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in CSV format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293660"/>
            <a:ext cx="7461504" cy="377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671248"/>
            <a:ext cx="7086600" cy="862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stopwords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Lemmatization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12954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97482"/>
            <a:ext cx="7924800" cy="12954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Methodology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Vectorization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9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text into numerical vectors representing term importance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0022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4747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similarity between movie storylines. Higher score = closer match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Application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 application providing real-time recommendations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309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enters storyline description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processes input using NLP pipeline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Displays top 5 similar movies with scores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movie name, storyline, and similarity score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Applications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 platforms (Netflix, Amazon Prime, Disney+)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services for content discovery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personalization engines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Entertainment analytics platforms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Deliverables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dataset with IMDb 2024 movies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web scraping script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preprocessing &amp; recommendation engine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web application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project documentation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881" y="1756409"/>
            <a:ext cx="19042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238250" y="2472691"/>
            <a:ext cx="666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demonstrates a complete end-to-end Machine Learning pipeline integrating web scraping, NLP, and content-based recommendation. The system is scalable and suitable for real-world deployment.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2049782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517" y="2827023"/>
            <a:ext cx="9829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3984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IMDB Movie Recommendation System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360236" y="2927984"/>
            <a:ext cx="24234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Storylines &amp; NLP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35703" y="3552825"/>
            <a:ext cx="247259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Content-Based Recommendation Engine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content-based recommendation system that suggests movies based on storyline similarity.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09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movie data from IMDb (2024 movies) using Selenium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Preprocesses storylines using NLP techniques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TF-IDF Vectorization for text representation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Cosine Similarity to calculate similarity scores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often want movie recommendations based on story preference rather than ratings.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314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filtering relies on ratings or genres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personalization based on storyline content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intelligent content similarity matching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movie data scraping using Selenium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text preprocessing with NLP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similarity-based recommendation engine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an interactive Streamlit web interface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complete ML pipeline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2"/>
            <a:ext cx="7924800" cy="21336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459482"/>
            <a:ext cx="7924800" cy="21336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6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Libraries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2103118"/>
            <a:ext cx="7086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(Web Scraping)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(Data Handling)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NLTK / SpaCy (NLP)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7642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&amp; Deployment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4236718"/>
            <a:ext cx="7086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(TF-IDF)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(Web App)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(Visualization)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44424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1554482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" y="19735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446018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Cleaning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865118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3337564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Vectorization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3756664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4229100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464820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5120646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Recommendations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21336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383282"/>
            <a:ext cx="7924800" cy="21336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 Pipeline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Scraping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2026918"/>
            <a:ext cx="7086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Movie Name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Storyline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in CSV format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6880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4160518"/>
            <a:ext cx="7086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stopwords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Lemmatization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2954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97482"/>
            <a:ext cx="7924800" cy="12954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Methodology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Vectorization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918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text into numerical vectors representing term importance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0022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474718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similarity between movie storylines. Higher score = closer match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Application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 application providing real-time recommendations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314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enters storyline description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processes input using NLP pipeline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Displays top 5 similar movies with scores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movie name, storyline, and similarity score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Applications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 platforms (Netflix, Amazon Prime, Disney+)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services for content discovery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personalization engines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Entertainment analytics platforms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Deliverables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dataset with IMDb 2024 movies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web scraping script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preprocessing &amp; recommendation engine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web application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project documentation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881" y="1756414"/>
            <a:ext cx="19042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238250" y="2472696"/>
            <a:ext cx="666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demonstrates a complete end-to-end Machine Learning pipeline integrating web scraping, NLP, and content-based recommendation. The system is scalable and suitable for real-world deployment.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2049782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517" y="2827018"/>
            <a:ext cx="9829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682</Words>
  <Application>Microsoft Office PowerPoint</Application>
  <PresentationFormat>On-screen Show (16:9)</PresentationFormat>
  <Paragraphs>174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HP</cp:lastModifiedBy>
  <cp:revision>2</cp:revision>
  <dcterms:created xsi:type="dcterms:W3CDTF">2026-03-04T06:27:54Z</dcterms:created>
  <dcterms:modified xsi:type="dcterms:W3CDTF">2026-03-04T06:40:16Z</dcterms:modified>
</cp:coreProperties>
</file>